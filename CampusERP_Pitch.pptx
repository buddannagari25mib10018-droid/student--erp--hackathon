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731520"/>
            <a:ext cx="3108960" cy="310896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38" y="764438"/>
            <a:ext cx="528523" cy="5285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CampusERP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ERP-Based Integrated Student Management System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9776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 ·  Fees  ·  Examinations  ·  Analytics  ·  At-Risk Alerts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59893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Prototype  |  React + Django REST +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juggle disconnected tools for records, attendance, fees and results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9" y="21278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029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Records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scattered across spreadsheets, registers and siloed portals with no single source of truth.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209" y="21278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40880" y="2029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Attendance &amp; Fees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060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percentages and outstanding balances tracked by hand — slow, error-prone, hard to audit.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427664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4178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Risk Detection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(low attendance, poor grades, unpaid fees) go unnoticed until it is too late to intervene.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209" y="427664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40880" y="4178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Reporting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transcripts, marksheets or department analytics means pulling data from multiple disconnected places.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Every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CampusERP unifies student records, attendance, fees, exams and analytics into a single role-based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2400300" cy="3246120"/>
          </a:xfrm>
          <a:prstGeom prst="roundRect">
            <a:avLst>
              <a:gd name="adj" fmla="val 3048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4470" y="2468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482" y="2564892"/>
            <a:ext cx="448056" cy="4480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24612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8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1188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69080"/>
            <a:ext cx="2034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faculty &amp; academic data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2994660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68980" y="2148840"/>
            <a:ext cx="2400300" cy="3246120"/>
          </a:xfrm>
          <a:prstGeom prst="roundRect">
            <a:avLst>
              <a:gd name="adj" fmla="val 3048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49090" y="2468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102" y="2564892"/>
            <a:ext cx="448056" cy="44805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268980" y="324612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8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06140" y="361188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51860" y="4069080"/>
            <a:ext cx="2034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fee status in real time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669280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943600" y="2148840"/>
            <a:ext cx="2400300" cy="3246120"/>
          </a:xfrm>
          <a:prstGeom prst="roundRect">
            <a:avLst>
              <a:gd name="adj" fmla="val 3048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23710" y="2468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722" y="2564892"/>
            <a:ext cx="448056" cy="4480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943600" y="324612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8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080760" y="361188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126480" y="4069080"/>
            <a:ext cx="2034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Exams, grades, SGPA &amp; CGPA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8343900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8618220" y="2148840"/>
            <a:ext cx="2400300" cy="3246120"/>
          </a:xfrm>
          <a:prstGeom prst="roundRect">
            <a:avLst>
              <a:gd name="adj" fmla="val 3048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498330" y="2468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342" y="2564892"/>
            <a:ext cx="448056" cy="44805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618220" y="3246120"/>
            <a:ext cx="2400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98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8755380" y="361188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Report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8801100" y="4069080"/>
            <a:ext cx="20345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flags, PDF/Excel exports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covering the full academic and administrative lifecycle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9" y="21278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63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Admin, Faculty and Student views with server-side authorization.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8160" y="18288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169" y="21278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676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360° Profile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56760" y="3063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view complete academic, attendance and fee history in one place.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7680" y="182880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62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689" y="212780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6280" y="269748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36280" y="306324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percentage calculation across subjects and terms.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9" y="436808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937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30352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payments and outstanding balances per student.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8160" y="40690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676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169" y="436808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6760" y="4937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 Grading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56760" y="530352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entry, grade computation, SGPA and CGPA rollups.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7680" y="4069080"/>
            <a:ext cx="3505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6280" y="4297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689" y="4368089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36280" y="4937760"/>
            <a:ext cx="304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Alerts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36280" y="5303520"/>
            <a:ext cx="304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flags for low attendance, poor grades or unpaid fees.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pragmatic, hackathon-ready stack built for speed and clarity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52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200406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214" y="2192274"/>
            <a:ext cx="416052" cy="4160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834640"/>
            <a:ext cx="350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72968"/>
            <a:ext cx="323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8160" y="1874520"/>
            <a:ext cx="35052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578358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734" y="2192274"/>
            <a:ext cx="416052" cy="4160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28160" y="2834640"/>
            <a:ext cx="350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65320" y="3172968"/>
            <a:ext cx="323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7680" y="1874520"/>
            <a:ext cx="35052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9563100" y="2103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254" y="2192274"/>
            <a:ext cx="416052" cy="4160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07680" y="2834640"/>
            <a:ext cx="350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44840" y="3172968"/>
            <a:ext cx="323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(SQLite for demo)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052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2004060" y="42062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214" y="4295394"/>
            <a:ext cx="416052" cy="4160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" y="4937760"/>
            <a:ext cx="350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5276088"/>
            <a:ext cx="323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8160" y="3977640"/>
            <a:ext cx="35052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5783580" y="42062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2734" y="4295394"/>
            <a:ext cx="416052" cy="41605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328160" y="4937760"/>
            <a:ext cx="350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65320" y="5276088"/>
            <a:ext cx="323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7680" y="3977640"/>
            <a:ext cx="350520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9563100" y="42062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254" y="4295394"/>
            <a:ext cx="416052" cy="41605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107680" y="4937760"/>
            <a:ext cx="350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Reports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44840" y="5276088"/>
            <a:ext cx="323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tailored experiences, one shared platform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834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210" y="229743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063240"/>
            <a:ext cx="350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65760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departments &amp; subjects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0624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analytics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75488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report types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30352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fee &amp; exam structures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28160" y="182880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37860" y="219456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730" y="2297430"/>
            <a:ext cx="480060" cy="4800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28160" y="3063240"/>
            <a:ext cx="350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648200" y="365760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&amp; review attendance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48200" y="420624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 and grades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648200" y="475488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subject rosters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48200" y="530352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students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07680" y="1828800"/>
            <a:ext cx="3505200" cy="416052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1738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0" y="2297430"/>
            <a:ext cx="480060" cy="48006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107680" y="3063240"/>
            <a:ext cx="350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900" dirty="0"/>
          </a:p>
        </p:txBody>
      </p:sp>
      <p:sp>
        <p:nvSpPr>
          <p:cNvPr id="24" name="Text 19"/>
          <p:cNvSpPr txBox="1"/>
          <p:nvPr/>
        </p:nvSpPr>
        <p:spPr>
          <a:xfrm>
            <a:off x="8427720" y="365760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percentage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8427720" y="420624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fee &amp; payment status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427720" y="475488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results &amp; transcripts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8427720" y="5303520"/>
            <a:ext cx="286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marksheets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754880"/>
            <a:ext cx="4572000" cy="45720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academic and administrative view, exportable in one click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58568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196596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71850" y="196596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22585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20490" y="196596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Report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95060" y="196596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2258568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43700" y="196596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Report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9018270" y="196596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862" y="225856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66910" y="196596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Report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329184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58444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329184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/ Marksheet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3371850" y="329184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442" y="3584448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920490" y="329184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 Report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195060" y="329184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9652" y="3584448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743700" y="329184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Analytics</a:t>
            </a:r>
            <a:endParaRPr lang="en-US" sz="1150" dirty="0"/>
          </a:p>
        </p:txBody>
      </p:sp>
      <p:sp>
        <p:nvSpPr>
          <p:cNvPr id="26" name="Shape 17"/>
          <p:cNvSpPr/>
          <p:nvPr/>
        </p:nvSpPr>
        <p:spPr>
          <a:xfrm>
            <a:off x="9018270" y="3291840"/>
            <a:ext cx="259461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323B78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2862" y="3584448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566910" y="3291840"/>
            <a:ext cx="19088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Transcript</a:t>
            </a:r>
            <a:endParaRPr lang="en-US" sz="1150" dirty="0"/>
          </a:p>
        </p:txBody>
      </p:sp>
      <p:sp>
        <p:nvSpPr>
          <p:cNvPr id="29" name="Text 19"/>
          <p:cNvSpPr txBox="1"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available as PDF (ReportLab) and Excel (openpyxl)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At-Risk Students Early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turns raw data into timely intervention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50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95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34640"/>
            <a:ext cx="167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73680" y="1965960"/>
            <a:ext cx="1950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73680" y="2148840"/>
            <a:ext cx="195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910840" y="2834640"/>
            <a:ext cx="167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across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98720" y="1965960"/>
            <a:ext cx="19507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998720" y="2148840"/>
            <a:ext cx="195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Unpaid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135880" y="2834640"/>
            <a:ext cx="167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balance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trigger raises an automatic flag — visible to Faculty and Admin dashboards.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0" y="196596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224028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9929" y="2310689"/>
            <a:ext cx="362102" cy="36210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229600" y="22585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 Panel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589520" y="292608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161C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2926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Sharma — Attendance 61%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589520" y="365760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161C4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0" y="36576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Verma — Fees overdue 45 days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89520" y="4389120"/>
            <a:ext cx="3749040" cy="594360"/>
          </a:xfrm>
          <a:prstGeom prst="roundRect">
            <a:avLst>
              <a:gd name="adj" fmla="val 9231"/>
            </a:avLst>
          </a:prstGeom>
          <a:solidFill>
            <a:srgbClr val="161C4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0" y="43891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Iyer — 2 subjects below pass grade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Demo 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eight-step walkthrough covering every module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Admin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4325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71850" y="182880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54730" y="196596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54730" y="256032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 statistics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6646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5060" y="182880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77940" y="196596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77940" y="256032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Student 360° profile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89670" y="2331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18270" y="182880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01150" y="196596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01150" y="256032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attendance &amp; fee status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" y="388620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48056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examination results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143250" y="4251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71850" y="374904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554730" y="388620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3554730" y="448056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 at-risk alert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66460" y="4251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95060" y="374904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77940" y="388620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6377940" y="448056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/ Excel report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789670" y="4251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18270" y="3749040"/>
            <a:ext cx="259461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01150" y="3886200"/>
            <a:ext cx="22288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9201150" y="4480560"/>
            <a:ext cx="22288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Faculty &amp; Student roles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749808"/>
            <a:ext cx="466344" cy="4663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554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Real Campuses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31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data. Server-side authorization. No secrets in source control.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98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companion app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SMS/email alert delivery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scheduling module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46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grading rubrics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2026-09-05T00:59:36Z</dcterms:created>
  <dcterms:modified xsi:type="dcterms:W3CDTF">2026-09-05T00:59:36Z</dcterms:modified>
</cp:coreProperties>
</file>